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85e6ff2d-a11e-4212-85fe-58fbba793a23.fntdata" /><ns0:Relationship Id="rIdFont15" Type="http://schemas.openxmlformats.org/officeDocument/2006/relationships/font" Target="fonts/7cce711c-a550-4f2f-8b75-68cd465961b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69389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126009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ADVANCED THEORETICAL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49859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The Static Gravitational Well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79490"/>
            <a:ext cx="676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 complete cosmological alternative replacing expansion, dark energy, and dark matter with a bounded, resonant macro-cavity.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31752"/>
            <a:ext cx="5162550" cy="1870620"/>
          </a:xfrm>
          <a:prstGeom prst="roundRect">
            <a:avLst>
              <a:gd name="adj" fmla="val 81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954684"/>
            <a:ext cx="5200650" cy="1624905"/>
          </a:xfrm>
          <a:prstGeom prst="roundRect">
            <a:avLst>
              <a:gd name="adj" fmla="val 9379"/>
            </a:avLst>
          </a:prstGeom>
          <a:solidFill>
            <a:srgbClr val="EFF6FF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Paradigm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90600"/>
            <a:ext cx="1143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Moving from expanding spacetime to a stationary bounded resonator.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3174652"/>
            <a:ext cx="587573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F4444"/>
                </a:solidFill>
                <a:latin typeface="Plus Jakarta Sans"/>
              </a:rPr>
              <a:t>Standard ΛCDM Paradigm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3536602"/>
            <a:ext cx="45720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Expanding universe driven by dark energy, requiring unobserved dark matter halos and a hot Big Bang temporal origin.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316634"/>
            <a:ext cx="5600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Static Cavity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3669059"/>
            <a:ext cx="4572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1E293B"/>
                </a:solidFill>
                <a:latin typeface="Plus Jakarta Sans"/>
              </a:rPr>
              <a:t>A 134.1 Gly bounded resonant metric shell structure where scaling profile $S(r)$ governs dynamics natively.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33725"/>
            <a:ext cx="34035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33725"/>
            <a:ext cx="34035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33725"/>
            <a:ext cx="34035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Gravitational Wave Propagation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90600"/>
            <a:ext cx="1143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Replacing expanding-space luminosity distance with proper metric attenuation.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3400425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Tensor Perturbations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695700"/>
            <a:ext cx="2965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Waves traverse background $S(r)$ without spatial expansion.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0850" y="3400425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Proper Volume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0850" y="3695700"/>
            <a:ext cx="2965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Spatial volume scale $V \propto S(r)^3$ governs wave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000" y="3400425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Strain Attenuation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000" y="3695700"/>
            <a:ext cx="2965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Amplitude scales as $h \propto 1 / (S(r)^2 r)$ matching LIGO.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36515"/>
            <a:ext cx="5181600" cy="1861095"/>
          </a:xfrm>
          <a:prstGeom prst="roundRect">
            <a:avLst>
              <a:gd name="adj" fmla="val 81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36515"/>
            <a:ext cx="5181600" cy="1861095"/>
          </a:xfrm>
          <a:prstGeom prst="roundRect">
            <a:avLst>
              <a:gd name="adj" fmla="val 81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Covariant Action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90600"/>
            <a:ext cx="1143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Deriving static metric potentials from modified field equations.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3179415"/>
            <a:ext cx="59007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Scalar-Tensor Cavity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3531840"/>
            <a:ext cx="45910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Incorporates a preferred-frame temporal scalar field $\phi$ whose vacuum expectation value sets the stationary scaling profile $S(r)$.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179415"/>
            <a:ext cx="5600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Modified Field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3531840"/>
            <a:ext cx="45910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$G_{\mu\nu} = 8\pi G_0 (T_{\mu\nu}^{\text{matter}} + T_{\mu\nu}^{(\phi)})$ yielding stable Dirichlet boundary solutions at $R_{\text{edge}}$.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24187"/>
            <a:ext cx="34035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024187"/>
            <a:ext cx="34035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024187"/>
            <a:ext cx="34035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Steady-State Primordial BBN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90600"/>
            <a:ext cx="1143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Replacing temporary cooling plasmas with permanent thermodynamic eigenmodes.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3290887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Core Thermal Environs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586162"/>
            <a:ext cx="29654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Inner galactic metric wells maintain fusion-level temperatures ($S \sim 1$).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0850" y="3290887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Metric Temperature Gradient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0850" y="3586162"/>
            <a:ext cx="29654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Local thermal eigenmode follows $T(r) = T_0 / S(r)$ across concentric shells.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000" y="3290887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Equilibrium Abundances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000" y="3586162"/>
            <a:ext cx="29654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Helium-4 ($\sim 25\%$ mass fraction) maintained by continuous recycling.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36515"/>
            <a:ext cx="5181600" cy="1861095"/>
          </a:xfrm>
          <a:prstGeom prst="roundRect">
            <a:avLst>
              <a:gd name="adj" fmla="val 81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36515"/>
            <a:ext cx="5181600" cy="1861095"/>
          </a:xfrm>
          <a:prstGeom prst="roundRect">
            <a:avLst>
              <a:gd name="adj" fmla="val 81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Static Cosmic Structure ($f\sigma_8$)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90600"/>
            <a:ext cx="1143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Replacing chronological collapse with spatial eigenmode density settling.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3179415"/>
            <a:ext cx="59007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Standing Wave Resonator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3531840"/>
            <a:ext cx="45910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Matter naturally segregates into nodes and antinodes of the master metric potential $S(r)$ without requiring 13.8 billion years of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179415"/>
            <a:ext cx="5600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Spatial Covariance ($\sigma_8$)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3531840"/>
            <a:ext cx="45910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Measures spatial covariance of metric eigenmode density fluctuations across intermediate shells, reproducing observed survey clustering.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62487" y="4170908"/>
            <a:ext cx="2867025" cy="523875"/>
          </a:xfrm>
          <a:prstGeom prst="roundRect">
            <a:avLst>
              <a:gd name="adj" fmla="val 14545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74343" y="2163067"/>
            <a:ext cx="3643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COMPLETE FRAMEWORK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5493" y="2486917"/>
            <a:ext cx="8101012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Plus Jakarta Sans"/>
              </a:rPr>
              <a:t>A Fully Airtight Static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3218408"/>
            <a:ext cx="77390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Unified macro-cosmology, galactic dynamics, chemistry, particle physics, and gravitational waves under one geometric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8909" y="4323308"/>
            <a:ext cx="297418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Ready for Empirical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